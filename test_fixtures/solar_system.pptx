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Planetary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Jupiter is the largest planet in our solar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