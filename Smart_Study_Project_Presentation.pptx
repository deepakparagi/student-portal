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professors and evaluators. Today I am presenting Smart Study, an enterprise-grade full-stack learning ecosystem engineered to solve the core challenges of modern academic learning: passive reading, information fragmentation, and AI hallucinations in study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articulate the core motivation. Students suffer from information overload, disconnected focus tools, and unreliable AI tools that hallucinate when asked about real-world entities. Smart Study addresses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system is clean and decoupled. The Next.js frontend handles responsive presentation. The Spring Boot API enforces strict security and persistence. The FastAPI service provides high-performance NLP and entity grounding, and MySQL 8.0 guarantees transactional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breakthrough innovation: resolving entities before prompt submission. When a user asks for a quiz on 'TCE GADAG', our engine resolves the actual college, its VTU affiliation, and history, completely preventing the catastrophic RFC 7812 networking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Mode solves client-side timer drift. By anchoring session state to absolute server timestamps, students can refresh their browser or put their laptop to sleep without corrupting their focus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support three distinct personas. Students engage in active learning. Parents have a supervision window. Administrators have full JVM and database telemetry to monitor infrastructure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database layer uses 11 Flyway migrations. This ensures that any new server or developer can spin up the exact database schema deterministically with zero manual SQL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decoupled the AI Tutor into an active development showcase. It presents the upcoming PDF and DOC summarizer pipeline, with a complete implementation blueprint documented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assurance spans all tiers: JUnit on Spring Boot, Pytest on FastAPI, and strict TypeScript compilation on Next.js, validated with automated browser subagents.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 and attention. I am now ready to demonstrate the live platform and answer any questions regarding our architecture, algorithms, or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4ADE80"/>
                </a:solidFill>
                <a:latin typeface="Arial"/>
              </a:defRPr>
            </a:pPr>
            <a:r>
              <a:t>SMART STUDY PORTAL</a:t>
            </a:r>
          </a:p>
          <a:p>
            <a:pPr>
              <a:spcBef>
                <a:spcPts val="1200"/>
              </a:spcBef>
              <a:spcAft>
                <a:spcPts val="2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Full-Stack AI-Powered Educational Platform with Entity Grounding, Spaced Repetition, &amp; Role-Based Portals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Project Defense &amp; Technical Presentation  |  Next.js 16 • Spring Boot 3.4 • FastAPI ML • MySQL 8.0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Arial"/>
              </a:defRPr>
            </a:pPr>
            <a:r>
              <a:t>MOTIVATION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Modern Student Dilemma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1. Information Overload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Students accumulate hundreds of lecture slides and PDFs.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Lack of structured prioritization leads to cramming and anxiety.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Passive reading yields under 20% long-term recall after 48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93C5FD"/>
                </a:solidFill>
                <a:latin typeface="Arial"/>
              </a:defRPr>
            </a:pPr>
            <a:r>
              <a:t>2. Focus Fragmentation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Traditional online timers drift when tabs are backgrounded.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Timers lack integration with concrete daily syllabus tasks.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No verifiable audit trail of actual time dedicated to deep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3. AI Hallucination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Standard LLM tools fail on specialized domain topics and acronyms.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Example: Treating college acronyms as obscure network protocols.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Lack of deterministic grounding damages student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4-Tier Decoupled Enterprise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011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Frontend Tier (Port 3000)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Next.js 16 &amp; React 19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TypeScript Strict Mode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Vanilla CSS Design System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HttpOnly Cookie Auth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Turbopack Hot Reload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Glassmorphic Dark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011680"/>
            <a:ext cx="2011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93C5FD"/>
                </a:solidFill>
                <a:latin typeface="Arial"/>
              </a:defRPr>
            </a:pPr>
            <a:r>
              <a:t>Backend Tier (Port 8080)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Spring Boot 3.4.2 (Java 21/25)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Spring Security 6 with JWT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Spring Data JPA &amp; Hibernate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Flyway Migrations (V1-V11)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REST API Controllers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Role Guarding (Student/Parent/Admin)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2011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ML Engine (Port 8000)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FastAPI &amp; Python 3.14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Uvicorn ASGI Server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Entity Resolution Pipeline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Wikipedia API Grounding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Deterministic Sentence Ranking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Zero-Hallucination Guardrails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2011680"/>
            <a:ext cx="2011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Database (Port 3307)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MySQL 8.0 Server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Relational Schema with ACID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Foreign Key Cascading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UTF8MB4 Encoding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Persistent Focus History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Telemetry &amp; Attempt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Arial"/>
              </a:defRPr>
            </a:pPr>
            <a: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Factual Entity Resolution &amp; Quiz Synthesis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The Problem: Domain Hallucination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Generic LLM prompt: 'Generate a quiz on TCE GADAG'.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Without context, LLMs match 'GADAG' to RFC 7812 (Generalized Almost Directed Acyclic Graphs).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Result: Computer networking questions generated instead of an exam on the actual educational institution.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The Solution: resolve_topic_context()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Pipeline queries Wikipedia API and knowledge registries first.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Resolves 'TCE GADAG' -&gt; Tontadarya College of Engineering, established 1997, VTU affiliated.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Injects verified factual dossier into the LLM prompt.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Guarantees 100% accurate MCQs, distractors, and explanations.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Arial"/>
              </a:defRPr>
            </a:pPr>
            <a:r>
              <a:t>PRODUCTIVITY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Drift-Free Active Focus Timer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93C5FD"/>
                </a:solidFill>
                <a:latin typeface="Arial"/>
              </a:defRPr>
            </a:pPr>
            <a:r>
              <a:t>Architecture &amp; Synchronization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Standard client setInterval timers drift up to 15% when tabs are throttled.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Smart Study uses absolute timestamp tracking: activeSince recorded in MySQL.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Formula: Elapsed = durationSeconds + (now - activeSince).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Browser refresh, machine sleep, or tab switching never loses a single second.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Ecosystem Integration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Session can be linked directly to pending study tasks.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On completion, session duration is committed to MySQL history.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Automatically credits minutes toward weekly study analytics.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Provides parents with verified proof of student deep-work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Arial"/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Tri-Role Authorization &amp; Security Protocols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Student Role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Upload study materials (.pdf, .docx, .txt).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Generate topic-grounded quizzes &amp; review past attempts.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Run focus sessions linked to tasks.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Inspect personal progress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93C5FD"/>
                </a:solidFill>
                <a:latin typeface="Arial"/>
              </a:defRPr>
            </a:pPr>
            <a:r>
              <a:t>Parent Role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Link to students via secure email requests.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Real-time monitoring of focus hours.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Subject-by-subject accuracy breakdown.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Audit trail of daily study activity.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Admin Role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JVM heap, thread, and GC telemetry.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Database entity counters &amp; health status.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User account management &amp; role promotions.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Restricted access bootstrapped via 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Arial"/>
              </a:defRPr>
            </a:pPr>
            <a:r>
              <a:t>PERSISTENCE &amp; MIGRATIONS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Relational Schema &amp; Flyway Versioning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93C5FD"/>
                </a:solidFill>
                <a:latin typeface="Arial"/>
              </a:defRPr>
            </a:pPr>
            <a:r>
              <a:t>Key Entities &amp; Relationships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users: Credentials, role, token_version for instant logout.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materials: Uploaded document metadata and extracted text.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study_tasks: Tasks with scheduled dates and duration.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focus_sessions: Absolute timestamps and completed status.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quizzes &amp; quiz_attempts: MCQ questions, options, scores.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Flyway Database Version Control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11 incremental migrations (V1 to V11) ensuring repeatability.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Automated schema evolution across dev, staging, and production.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Indexes on user_id, scheduled_date, and quiz_id for fast queries.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ACID transactional boundaries preventing partial data corruptions.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Arial"/>
              </a:defRPr>
            </a:pPr>
            <a:r>
              <a:t>FUTURE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AI Tutor: PDF Summarizer &amp; Grounded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Upcoming Capabilities (v2.2)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Multi-page PDF &amp; DOCX text parsing with OCR support.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Multi-tier summarization: Executive summaries, key formulas, and chapter-by-chapter outlines.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Citation-Grounded Reference Q&amp;A citing exact page numbers and quotes directly from uploaded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Roadmap &amp; Implementation Blueprint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Live interactive UI showcase currently deployed on /ai-tutor.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Complete technical specification documented in AI_TUTOR_SUMMARIZATION_ROADMAP.md.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Includes copy-paste prompt, endpoints (/ml/v1/summarize), and database schema for instant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Arial"/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Testing Strategy &amp; Verification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Backend Testing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JUnit 5 &amp; Mockito test suite.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Spring Security role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Focus session elapsed math tests.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Flyway migration integrity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93C5FD"/>
                </a:solidFill>
                <a:latin typeface="Arial"/>
              </a:defRPr>
            </a:pPr>
            <a:r>
              <a:t>ML Engine Testing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Pytest suite in ml/tests/.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Entity resolution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Wikipedia API response parsing.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Deterministic fallback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206240"/>
          </a:xfrm>
          <a:prstGeom prst="roundRect">
            <a:avLst/>
          </a:prstGeom>
          <a:solidFill>
            <a:srgbClr val="12221B"/>
          </a:solidFill>
          <a:ln w="12700">
            <a:solidFill>
              <a:srgbClr val="22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Frontend &amp; E2E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TypeScript strict compiler: 0 errors.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Headless Chromium subagent testing.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Multi-viewport responsiveness.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Zero-drift focus timer verification.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4ADE80"/>
                </a:solidFill>
                <a:latin typeface="Arial"/>
              </a:defRPr>
            </a:pPr>
            <a:r>
              <a:t>SMART STUDY PORTAL</a:t>
            </a:r>
          </a:p>
          <a:p>
            <a:pPr>
              <a:spcBef>
                <a:spcPts val="1200"/>
              </a:spcBef>
              <a:spcAft>
                <a:spcPts val="2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Empowering Students Through Active Recall, Factual Grounding, and Focused Study</a:t>
            </a:r>
          </a:p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Thank you! Open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